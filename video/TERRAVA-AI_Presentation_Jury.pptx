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120640"/>
            <a:ext cx="3657600" cy="3657600"/>
          </a:xfrm>
          <a:prstGeom prst="ellipse">
            <a:avLst/>
          </a:prstGeom>
          <a:solidFill>
            <a:srgbClr val="13253F"/>
          </a:solidFill>
          <a:ln/>
        </p:spPr>
      </p:sp>
      <p:sp>
        <p:nvSpPr>
          <p:cNvPr id="4" name="Shape 2"/>
          <p:cNvSpPr/>
          <p:nvPr/>
        </p:nvSpPr>
        <p:spPr>
          <a:xfrm>
            <a:off x="2377440" y="-1463040"/>
            <a:ext cx="2743200" cy="2743200"/>
          </a:xfrm>
          <a:prstGeom prst="ellipse">
            <a:avLst/>
          </a:prstGeom>
          <a:solidFill>
            <a:srgbClr val="1325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FACT-CHECKING CLIMATIQUE PAR 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TERRAVA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31720" y="3063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Zéro-GPU · Temps réel · Sources citées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3774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Copilote Intelligent de Vérification Climatique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20640" y="329184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une affirmation climatique en quelques secondes, avec les sources scientifiques officielles à l'appui — et l'expliquer à chacun, à son niveau.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355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TERRAVA-AI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Défi &amp; L'Approche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29844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DÉFI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 60 % des affirmations climatiques virales sont inexactes, et un fact-check humain prend 2 à 4 heures — trop lent face à la désinformation qui circule d'abord sur WhatsApp et Facebook, notamment en Côte d'Ivoire.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L'APPROCHE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RAG hybride, zéro-GPU, avec deux garde-fous en cascade.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95935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59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07992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Récupération Sémantique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01768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MiniLM + FAISS : recherche par similarité dans le corpus GIEC/OMM/Banque Mondiale, en ~15 ms sur CPU.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0248" y="370332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395935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3959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44568" y="4507992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Explicable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44568" y="5001768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classificateur léger (régression logistique) rend un verdict : confirmé, réfuté, ou preuves insuffisantes.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91856" y="370332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395935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959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6176" y="4507992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Garde-fous en Cascade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66176" y="5001768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anti-hallucination + vérification séparée de la pertinence géographique et thématique des sources.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355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TERRAVA-AI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en Direct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applicatif : posez une affirmation, obtenez un verdict sourcé, vérifiez sa pertinence, et partagez le résultat.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l'affirmation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1671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claim, plusieurs à la fois (lot), ou un PDF/rapport importé.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834640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Obtenir le verdict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3429000"/>
            <a:ext cx="21671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CONFIRMÉ / RÉFUTÉ / NON VÉRIFIABLE, avec les sources officielles citées.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la pertinence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3429000"/>
            <a:ext cx="21671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 géographique et thématique des sources vérifiée séparément.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965960"/>
            <a:ext cx="2624328" cy="3291840"/>
          </a:xfrm>
          <a:prstGeom prst="roundRect">
            <a:avLst>
              <a:gd name="adj" fmla="val 418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2834640"/>
            <a:ext cx="2167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Partager le résultat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0" y="3429000"/>
            <a:ext cx="216712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du verdict en texte prêt à diffuser, pour aller aussi vite que la rumeur.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0F2F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864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réel : « Les températures moyennes en Côte d'Ivoire ont augmenté depuis 1960 » → CONFIRMÉ, source Banque Mondiale (CCKP).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TERRAVA-AI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Personnalisation &amp; Résultats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3807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80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de Compréhension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Débutant à expert : un seul verdict calculé, expliqué différemment selon qui le lit.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1430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44568" y="13807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380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4568" y="18928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Personnalisé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44568" y="23317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vérification conservée et isolée par utilisateur, consultable et partageable.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91856" y="11430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6176" y="13807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380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6176" y="18928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Retours &amp; Lot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66176" y="23317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retour 👍/👎 sur chaque verdict, et jusqu'à 20 affirmations vérifiées d'un coup.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566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MESURÉS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886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0,53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1440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réel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12064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Contre 0,485 pour une baseline plus simple — mesuré, pas estimé, sur des cas jamais vus pendant les réglages.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0760" y="3337560"/>
            <a:ext cx="5532120" cy="2788920"/>
          </a:xfrm>
          <a:prstGeom prst="roundRect">
            <a:avLst>
              <a:gd name="adj" fmla="val 327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5400000">
              <a:srgbClr val="0F172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566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9319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Affiner encore la pertinence géographique des sources (pays ↔ région).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7548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Devenir la brique technique d'une proposition plus large d'éducation aux médias.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TERRAVA-AI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3253F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325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fact-checking climatique rapide, sourcé et pédagogique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complet, zéro-GPU, entièrement mesuré, avec une réponse adaptée à chacun — et ses limites assumées plutôt que cachées.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7572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355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TERRAVA-AI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2026-07-30T12:49:10Z</dcterms:created>
  <dcterms:modified xsi:type="dcterms:W3CDTF">2026-07-30T12:49:10Z</dcterms:modified>
</cp:coreProperties>
</file>